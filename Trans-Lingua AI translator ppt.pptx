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435E4-7C07-4053-AEF1-B4E312182B3E}" type="datetimeFigureOut">
              <a:rPr lang="en-IN" smtClean="0"/>
              <a:pPr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31830-D99F-48C0-986A-F629023B862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1134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31830-D99F-48C0-986A-F629023B862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41826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033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891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918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644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343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0113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826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527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468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658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622082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67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24705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7386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5440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436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000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TransLingua: AI-Powered Multi-Language Translator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Breaking Language Barriers with AI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Real-time, context-aware translations</a:t>
            </a:r>
          </a:p>
          <a:p>
            <a:r>
              <a:rPr dirty="0"/>
              <a:t>- Text, speech</a:t>
            </a:r>
            <a:r>
              <a:rPr lang="en-US" dirty="0"/>
              <a:t>..</a:t>
            </a:r>
            <a:endParaRPr dirty="0"/>
          </a:p>
          <a:p>
            <a:r>
              <a:rPr dirty="0"/>
              <a:t>- Offline mode &amp; cross-platform use</a:t>
            </a:r>
          </a:p>
          <a:p>
            <a:r>
              <a:rPr dirty="0"/>
              <a:t>- AI learning for accuracy</a:t>
            </a:r>
          </a:p>
          <a:p>
            <a:r>
              <a:rPr dirty="0"/>
              <a:t>- Secure, encrypted translations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What Makes TransLingua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Context-aware AI for natural translations</a:t>
            </a:r>
          </a:p>
          <a:p>
            <a:r>
              <a:rPr dirty="0"/>
              <a:t>- Multi-modal translation: text, speech</a:t>
            </a:r>
            <a:r>
              <a:rPr lang="en-US" dirty="0"/>
              <a:t>…</a:t>
            </a:r>
            <a:endParaRPr dirty="0"/>
          </a:p>
          <a:p>
            <a:r>
              <a:rPr dirty="0"/>
              <a:t>- Adaptive learning improves accuracy</a:t>
            </a:r>
          </a:p>
          <a:p>
            <a:r>
              <a:rPr dirty="0"/>
              <a:t>- Offline Smart Mode</a:t>
            </a:r>
          </a:p>
          <a:p>
            <a:r>
              <a:rPr dirty="0"/>
              <a:t>- Secure, encrypted data privacy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Social Impact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🌍 Social Impact:</a:t>
            </a:r>
          </a:p>
          <a:p>
            <a:r>
              <a:rPr dirty="0"/>
              <a:t>- Breaks language barriers &amp; fosters communication</a:t>
            </a:r>
          </a:p>
          <a:p>
            <a:r>
              <a:rPr dirty="0"/>
              <a:t>- Enhances accessibility in education &amp; travel</a:t>
            </a:r>
          </a:p>
          <a:p>
            <a:endParaRPr dirty="0"/>
          </a:p>
          <a:p>
            <a:r>
              <a:rPr dirty="0"/>
              <a:t>💼 Business Value:</a:t>
            </a:r>
          </a:p>
          <a:p>
            <a:r>
              <a:rPr dirty="0"/>
              <a:t>- Boosts global trade &amp; customer support</a:t>
            </a:r>
          </a:p>
          <a:p>
            <a:r>
              <a:rPr dirty="0"/>
              <a:t>- Enables multilingual collaboration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AI &amp; ML: NLP, deep learning for translations</a:t>
            </a:r>
          </a:p>
          <a:p>
            <a:r>
              <a:rPr dirty="0"/>
              <a:t>- Speech &amp; OCR: ASR for voice, OCR for images</a:t>
            </a:r>
          </a:p>
          <a:p>
            <a:r>
              <a:rPr dirty="0"/>
              <a:t>- Backend: Python, Tensor</a:t>
            </a:r>
            <a:r>
              <a:rPr lang="en-IN" dirty="0"/>
              <a:t>-</a:t>
            </a:r>
            <a:r>
              <a:rPr dirty="0"/>
              <a:t>Flow, </a:t>
            </a:r>
            <a:r>
              <a:rPr dirty="0" err="1"/>
              <a:t>Py</a:t>
            </a:r>
            <a:r>
              <a:rPr lang="en-IN" dirty="0"/>
              <a:t>-</a:t>
            </a:r>
            <a:r>
              <a:t>Torch</a:t>
            </a:r>
            <a:r>
              <a:rPr dirty="0"/>
              <a:t>, Fast</a:t>
            </a:r>
            <a:r>
              <a:rPr lang="en-IN" dirty="0"/>
              <a:t>-</a:t>
            </a:r>
            <a:r>
              <a:rPr dirty="0"/>
              <a:t>API</a:t>
            </a:r>
          </a:p>
          <a:p>
            <a:r>
              <a:rPr dirty="0"/>
              <a:t>- Frontend: React, Flutter for web &amp; mobile</a:t>
            </a:r>
          </a:p>
          <a:p>
            <a:r>
              <a:rPr dirty="0"/>
              <a:t>- Cloud &amp; Security: AWS/GCP, end-to-end encryption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AI Model Development: NLP, speech</a:t>
            </a:r>
            <a:r>
              <a:rPr lang="en-US" dirty="0"/>
              <a:t>…</a:t>
            </a:r>
            <a:endParaRPr dirty="0"/>
          </a:p>
          <a:p>
            <a:r>
              <a:rPr dirty="0"/>
              <a:t>- Platform Development: Web, mobile, desktop apps</a:t>
            </a:r>
          </a:p>
          <a:p>
            <a:r>
              <a:rPr dirty="0"/>
              <a:t>- Real-time &amp; Offline Translation</a:t>
            </a:r>
          </a:p>
          <a:p>
            <a:r>
              <a:rPr dirty="0"/>
              <a:t>- Security &amp; Data Privacy: Encryption &amp; compliance</a:t>
            </a:r>
          </a:p>
          <a:p>
            <a:r>
              <a:rPr dirty="0"/>
              <a:t>- Continuous AI Improvement with user feedback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0ADDE2-4A55-60A4-7A90-07A626C3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457" y="2556387"/>
            <a:ext cx="4837471" cy="1877961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2">
                    <a:lumMod val="10000"/>
                  </a:schemeClr>
                </a:solidFill>
              </a:rPr>
              <a:t>Thanking you </a:t>
            </a:r>
            <a:endParaRPr lang="en-IN" sz="5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87529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217</Words>
  <Application>Microsoft Office PowerPoint</Application>
  <PresentationFormat>On-screen Show (4:3)</PresentationFormat>
  <Paragraphs>36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TransLingua: AI-Powered Multi-Language Translator</vt:lpstr>
      <vt:lpstr>Key Features</vt:lpstr>
      <vt:lpstr>What Makes TransLingua Unique?</vt:lpstr>
      <vt:lpstr>Social Impact &amp; Business Value</vt:lpstr>
      <vt:lpstr>Technology Stack</vt:lpstr>
      <vt:lpstr>Scope of Work</vt:lpstr>
      <vt:lpstr>Thanking you 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TransLingua: AI-Powered Multi-Language Translator</dc:title>
  <dc:creator>G S RAO</dc:creator>
  <dc:description>generated using python-pptx</dc:description>
  <cp:lastModifiedBy>Vamsi Gaddam</cp:lastModifiedBy>
  <cp:revision>3</cp:revision>
  <dcterms:created xsi:type="dcterms:W3CDTF">2013-01-27T09:14:16Z</dcterms:created>
  <dcterms:modified xsi:type="dcterms:W3CDTF">2025-02-12T09:02:54Z</dcterms:modified>
</cp:coreProperties>
</file>