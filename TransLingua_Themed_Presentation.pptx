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TransLingua: AI-Powered Multi-Language Translator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Breaking Language Barriers with AI 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Real-time, context-aware translations</a:t>
            </a:r>
          </a:p>
          <a:p>
            <a:r>
              <a:t>- Text, speech, and image (OCR) support</a:t>
            </a:r>
          </a:p>
          <a:p>
            <a:r>
              <a:t>- Offline mode &amp; cross-platform use</a:t>
            </a:r>
          </a:p>
          <a:p>
            <a:r>
              <a:t>- AI learning for accuracy</a:t>
            </a:r>
          </a:p>
          <a:p>
            <a:r>
              <a:t>- Secure, encrypted translations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What Makes TransLingua Unique?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Context-aware AI for natural translations</a:t>
            </a:r>
          </a:p>
          <a:p>
            <a:r>
              <a:t>- Multi-modal translation: text, speech, images</a:t>
            </a:r>
          </a:p>
          <a:p>
            <a:r>
              <a:t>- Adaptive learning improves accuracy</a:t>
            </a:r>
          </a:p>
          <a:p>
            <a:r>
              <a:t>- Offline Smart Mode</a:t>
            </a:r>
          </a:p>
          <a:p>
            <a:r>
              <a:t>- Secure, encrypted data privacy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Social Impact &amp;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🌍 </a:t>
            </a:r>
            <a:r>
              <a:rPr dirty="0" smtClean="0"/>
              <a:t>Social </a:t>
            </a:r>
            <a:r>
              <a:rPr dirty="0"/>
              <a:t>Impact</a:t>
            </a:r>
            <a:r>
              <a:rPr dirty="0" smtClean="0"/>
              <a:t>:</a:t>
            </a:r>
            <a:endParaRPr dirty="0"/>
          </a:p>
          <a:p>
            <a:r>
              <a:rPr dirty="0"/>
              <a:t>- Breaks language barriers &amp; fosters communication</a:t>
            </a:r>
          </a:p>
          <a:p>
            <a:r>
              <a:rPr dirty="0"/>
              <a:t>- Enhances accessibility in education &amp; travel</a:t>
            </a:r>
          </a:p>
          <a:p>
            <a:endParaRPr dirty="0"/>
          </a:p>
          <a:p>
            <a:r>
              <a:rPr dirty="0"/>
              <a:t>💼 </a:t>
            </a:r>
            <a:r>
              <a:rPr dirty="0" smtClean="0"/>
              <a:t>Business </a:t>
            </a:r>
            <a:r>
              <a:rPr dirty="0"/>
              <a:t>Value</a:t>
            </a:r>
            <a:r>
              <a:rPr dirty="0" smtClean="0"/>
              <a:t>:</a:t>
            </a:r>
            <a:endParaRPr dirty="0"/>
          </a:p>
          <a:p>
            <a:r>
              <a:rPr dirty="0"/>
              <a:t>- Boosts global trade &amp; customer support</a:t>
            </a:r>
          </a:p>
          <a:p>
            <a:r>
              <a:rPr dirty="0"/>
              <a:t>- Enables multilingual collaboration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- </a:t>
            </a:r>
            <a:r>
              <a:rPr dirty="0" smtClean="0"/>
              <a:t>AI </a:t>
            </a:r>
            <a:r>
              <a:rPr dirty="0"/>
              <a:t>&amp; ML</a:t>
            </a:r>
            <a:r>
              <a:rPr dirty="0" smtClean="0"/>
              <a:t>: </a:t>
            </a:r>
            <a:r>
              <a:rPr dirty="0"/>
              <a:t>NLP, deep learning for translations</a:t>
            </a:r>
          </a:p>
          <a:p>
            <a:r>
              <a:rPr dirty="0"/>
              <a:t>- </a:t>
            </a:r>
            <a:r>
              <a:rPr dirty="0" smtClean="0"/>
              <a:t>Speech </a:t>
            </a:r>
            <a:r>
              <a:rPr dirty="0"/>
              <a:t>&amp; OCR</a:t>
            </a:r>
            <a:r>
              <a:rPr dirty="0" smtClean="0"/>
              <a:t>: </a:t>
            </a:r>
            <a:r>
              <a:rPr dirty="0"/>
              <a:t>ASR for voice, OCR for images</a:t>
            </a:r>
          </a:p>
          <a:p>
            <a:r>
              <a:rPr dirty="0"/>
              <a:t>- </a:t>
            </a:r>
            <a:r>
              <a:rPr dirty="0" smtClean="0"/>
              <a:t>Backend: </a:t>
            </a:r>
            <a:r>
              <a:rPr dirty="0"/>
              <a:t>Python, </a:t>
            </a:r>
            <a:r>
              <a:rPr dirty="0" smtClean="0"/>
              <a:t>Tensor</a:t>
            </a:r>
            <a:r>
              <a:rPr lang="en-IN" dirty="0" smtClean="0"/>
              <a:t>-</a:t>
            </a:r>
            <a:r>
              <a:rPr dirty="0" smtClean="0"/>
              <a:t>Flow</a:t>
            </a:r>
            <a:r>
              <a:rPr dirty="0"/>
              <a:t>, </a:t>
            </a:r>
            <a:r>
              <a:rPr dirty="0" err="1" smtClean="0"/>
              <a:t>Py</a:t>
            </a:r>
            <a:r>
              <a:rPr lang="en-IN" dirty="0" smtClean="0"/>
              <a:t>-</a:t>
            </a:r>
            <a:r>
              <a:rPr smtClean="0"/>
              <a:t>Torch</a:t>
            </a:r>
            <a:r>
              <a:rPr dirty="0"/>
              <a:t>, </a:t>
            </a:r>
            <a:r>
              <a:rPr dirty="0" smtClean="0"/>
              <a:t>Fast</a:t>
            </a:r>
            <a:r>
              <a:rPr lang="en-IN" dirty="0" smtClean="0"/>
              <a:t>-</a:t>
            </a:r>
            <a:r>
              <a:rPr dirty="0" smtClean="0"/>
              <a:t>API</a:t>
            </a:r>
            <a:endParaRPr dirty="0"/>
          </a:p>
          <a:p>
            <a:r>
              <a:rPr dirty="0"/>
              <a:t>- </a:t>
            </a:r>
            <a:r>
              <a:rPr dirty="0" smtClean="0"/>
              <a:t>Frontend: </a:t>
            </a:r>
            <a:r>
              <a:rPr dirty="0"/>
              <a:t>React, Flutter for web &amp; mobile</a:t>
            </a:r>
          </a:p>
          <a:p>
            <a:r>
              <a:rPr dirty="0"/>
              <a:t>- </a:t>
            </a:r>
            <a:r>
              <a:rPr dirty="0" smtClean="0"/>
              <a:t>Cloud </a:t>
            </a:r>
            <a:r>
              <a:rPr dirty="0"/>
              <a:t>&amp; Security</a:t>
            </a:r>
            <a:r>
              <a:rPr dirty="0" smtClean="0"/>
              <a:t>: </a:t>
            </a:r>
            <a:r>
              <a:rPr dirty="0"/>
              <a:t>AWS/GCP, end-to-end encryption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Scope of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- AI Model Development: NLP, speech, OCR models</a:t>
            </a:r>
          </a:p>
          <a:p>
            <a:r>
              <a:t>- Platform Development: Web, mobile, desktop apps</a:t>
            </a:r>
          </a:p>
          <a:p>
            <a:r>
              <a:t>- Real-time &amp; Offline Translation</a:t>
            </a:r>
          </a:p>
          <a:p>
            <a:r>
              <a:t>- Security &amp; Data Privacy: Encryption &amp; compliance</a:t>
            </a:r>
          </a:p>
          <a:p>
            <a:r>
              <a:t>- Continuous AI Improvement with user feedback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223</Words>
  <Application>Microsoft Office PowerPoint</Application>
  <PresentationFormat>On-screen Show (4:3)</PresentationFormat>
  <Paragraphs>34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TransLingua: AI-Powered Multi-Language Translator</vt:lpstr>
      <vt:lpstr>Key Features</vt:lpstr>
      <vt:lpstr>What Makes TransLingua Unique?</vt:lpstr>
      <vt:lpstr>Social Impact &amp; Business Value</vt:lpstr>
      <vt:lpstr>Technology Stack</vt:lpstr>
      <vt:lpstr>Scope of Work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TransLingua: AI-Powered Multi-Language Translator</dc:title>
  <dc:subject/>
  <dc:creator/>
  <cp:keywords/>
  <dc:description>generated using python-pptx</dc:description>
  <cp:lastModifiedBy>Vamsi Gaddam</cp:lastModifiedBy>
  <cp:revision>2</cp:revision>
  <dcterms:created xsi:type="dcterms:W3CDTF">2013-01-27T09:14:16Z</dcterms:created>
  <dcterms:modified xsi:type="dcterms:W3CDTF">2025-02-10T16:01:02Z</dcterms:modified>
  <cp:category/>
</cp:coreProperties>
</file>